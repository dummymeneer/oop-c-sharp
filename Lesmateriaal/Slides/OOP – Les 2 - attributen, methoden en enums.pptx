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0" r:id="rId4"/>
    <p:sldId id="261" r:id="rId5"/>
    <p:sldId id="262" r:id="rId6"/>
    <p:sldId id="257" r:id="rId7"/>
    <p:sldId id="263" r:id="rId8"/>
    <p:sldId id="264" r:id="rId9"/>
    <p:sldId id="265" r:id="rId10"/>
    <p:sldId id="267" r:id="rId11"/>
    <p:sldId id="269" r:id="rId12"/>
    <p:sldId id="266" r:id="rId13"/>
    <p:sldId id="268" r:id="rId14"/>
    <p:sldId id="272" r:id="rId15"/>
    <p:sldId id="25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77"/>
    <a:srgbClr val="FBA400"/>
    <a:srgbClr val="FFFEF7"/>
    <a:srgbClr val="FFF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81" autoAdjust="0"/>
  </p:normalViewPr>
  <p:slideViewPr>
    <p:cSldViewPr snapToGrid="0">
      <p:cViewPr varScale="1">
        <p:scale>
          <a:sx n="83" d="100"/>
          <a:sy n="83" d="100"/>
        </p:scale>
        <p:origin x="4" y="4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284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DB6F-D407-4DAD-8E07-F71A85896F6E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FC6EB-00F9-4F26-856D-FED6C6A7B26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8855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B4C759-8C62-86C9-3B17-92FACEE38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925" y="406400"/>
            <a:ext cx="645795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321D15F-B607-A2F4-7E5B-5C4C4A91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4266" y="3380783"/>
            <a:ext cx="55118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5970407-AC1E-7009-EC8F-8F2B816D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69266" y="6356350"/>
            <a:ext cx="1905000" cy="365125"/>
          </a:xfrm>
        </p:spPr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0B12CD7-1DFB-6FCC-4B46-04083296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56350"/>
            <a:ext cx="4114800" cy="36512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ED0717B-501A-6AD2-FAD9-9FDB669F3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356350"/>
            <a:ext cx="1159933" cy="365125"/>
          </a:xfrm>
        </p:spPr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4440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BFFC90-3395-0A72-C175-88454A10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F9D1A7-AFA3-2D0A-5016-573C0085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EF1A98-39F2-BCFE-A768-C7C7269E6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A3F0BBF-479B-F827-4D71-082BF9E1E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6B33F-8770-9341-9E76-F7A43537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536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40951-16BA-65BD-FA23-BCD4B37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223BC3E-99ED-F861-2FB2-1837A862A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794332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04DFCE1-FF20-9098-F41B-CF8AE47B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27527C-339C-A319-5AB8-112FB83F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2BC4418-4EF7-67F6-BB89-E7E06ACA8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982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31BC1-8E05-7E69-F8A9-6DB02B032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ED6838-DD66-E35D-E7CC-C7808F5D6C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8D7FE4F-8286-26BD-2F95-E57806ED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1858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D0E1AED-39B0-79D9-7A2C-449973F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254B2C4-BDF7-31CB-7DC9-B0843815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189A640-A58A-DEB2-536B-CD6A70C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889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2C2B3A-1D0A-5865-BE4A-04C18894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78645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16E3B1D-231C-B7E9-8ECC-869ECCA35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4418"/>
            <a:ext cx="5157787" cy="7142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07D4D88-D8C1-6D25-C28C-87B8DCECC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99305"/>
            <a:ext cx="5157787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B794A09-E8F5-29C8-7AAA-9CCB4BF45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433991"/>
            <a:ext cx="5183188" cy="7446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06865D-4034-733F-0C0B-2A32C8ED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299305"/>
            <a:ext cx="5183188" cy="357670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9615BE59-3F81-7BD5-4DB4-278648CEC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E8CE4A8-74CC-EC89-649F-1C83DAD3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6CBCA2E-28ED-9718-15AD-1B3FFBE1A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6480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3C4379-2683-9B5B-54BA-E3A636049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5F0E2A3-FBE9-DC25-394E-AE9A6C39F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B400D92-2550-0867-9483-45ED646C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1C9D5D-E51E-CA71-9A90-C4EAB3B9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1459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C5446D9-5DF5-F7C0-2628-90BC9A1C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F65D153-6E89-D8A5-45CD-F5E3B8296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C4BE700-8736-DEBD-54F5-CD85EBED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92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6DB1C2-788C-5E67-1126-186FE5DF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9A3E2AF-FE3E-C3CA-0E2C-9C0235AA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72E7AF5-2E5A-4DE2-1F3D-EE384028A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4CCBAC4-7095-68D4-1F70-41489D11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9FD96D4-0AD8-6168-4590-B26CA93A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DB30B07-5631-A050-3B75-0C5F5D00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8018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1091-E1AE-DDD5-15E4-4FBF3510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76DA624-4C35-30ED-18A7-B6FB1563D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C0BB913-4F09-18DD-A1BA-8427E3841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F6D7-870A-E1AF-4B59-6101B009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9C309F-2101-E8AD-9159-474BFC22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CEE4378-BA38-4FB0-C906-B9BA8993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161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D5996-E7C8-5CF7-C2D3-B8748FD4C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E21B26B-BA69-E9AD-7CFF-9F7765932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4E0D85-1929-B19A-7CEE-1C5F655E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DF32821-6BD5-551A-0269-B059B749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20D5A6D-2538-85A7-38BB-7F795A3E9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594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48FD73-4D0B-A3A3-2319-42AE9E726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365125"/>
            <a:ext cx="2671638" cy="545523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NL" dirty="0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1C23176-7D84-A884-661D-CD5DEA048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4056" y="365125"/>
            <a:ext cx="8340918" cy="545523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AFAA59-F7D1-5531-36D8-900F9C11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414D-5A9A-49A8-AA48-E9E7CADEA260}" type="datetimeFigureOut">
              <a:rPr lang="nl-NL" smtClean="0"/>
              <a:t>9-2-2026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06688D-6FDD-6771-2106-A56DB363A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8D3E2E9-404E-C081-A941-A3629B30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4B82-868F-4D41-994F-76B4E64C671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660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35000">
              <a:srgbClr val="FFFEF3"/>
            </a:gs>
            <a:gs pos="62000">
              <a:srgbClr val="FFFEF7"/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CF1BF85-4B6C-F008-1B3C-11B47EC59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411684-1A7E-DFCF-F13E-B761FD6B0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97150" y="63103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8414D-5A9A-49A8-AA48-E9E7CADEA260}" type="datetimeFigureOut">
              <a:rPr lang="nl-NL" smtClean="0"/>
              <a:t>9-2-2026</a:t>
            </a:fld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B745CD-F00A-8626-6B75-9275E7713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4200" y="6310311"/>
            <a:ext cx="454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0EA63F-C77B-C305-2060-ECC251682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04500" y="6310312"/>
            <a:ext cx="1384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64B82-868F-4D41-994F-76B4E64C671C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7" name="Picture 2" descr="Nova College zorgopleidingen inspireren studenten met casussen | BureauTekst">
            <a:extLst>
              <a:ext uri="{FF2B5EF4-FFF2-40B4-BE49-F238E27FC236}">
                <a16:creationId xmlns:a16="http://schemas.microsoft.com/office/drawing/2014/main" id="{E15B2672-438A-D562-D6EE-438FCB4005E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886" b="38682"/>
          <a:stretch>
            <a:fillRect/>
          </a:stretch>
        </p:blipFill>
        <p:spPr bwMode="auto">
          <a:xfrm>
            <a:off x="-186927" y="6217427"/>
            <a:ext cx="2664618" cy="642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DBB024C6-06AD-9F73-4AE8-0D072837629D}"/>
              </a:ext>
            </a:extLst>
          </p:cNvPr>
          <p:cNvSpPr/>
          <p:nvPr userDrawn="1"/>
        </p:nvSpPr>
        <p:spPr>
          <a:xfrm>
            <a:off x="230715" y="-55031"/>
            <a:ext cx="270000" cy="5782734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6087544-C7D3-7A9A-4800-2D515179E7A0}"/>
              </a:ext>
            </a:extLst>
          </p:cNvPr>
          <p:cNvSpPr/>
          <p:nvPr userDrawn="1"/>
        </p:nvSpPr>
        <p:spPr>
          <a:xfrm rot="16200000">
            <a:off x="6427197" y="294152"/>
            <a:ext cx="270000" cy="11530543"/>
          </a:xfrm>
          <a:prstGeom prst="rect">
            <a:avLst/>
          </a:prstGeom>
          <a:solidFill>
            <a:srgbClr val="005C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Cirkel: leeg 9">
            <a:extLst>
              <a:ext uri="{FF2B5EF4-FFF2-40B4-BE49-F238E27FC236}">
                <a16:creationId xmlns:a16="http://schemas.microsoft.com/office/drawing/2014/main" id="{4EF2F36C-85C6-F227-4C7C-C834D410BF31}"/>
              </a:ext>
            </a:extLst>
          </p:cNvPr>
          <p:cNvSpPr/>
          <p:nvPr userDrawn="1"/>
        </p:nvSpPr>
        <p:spPr>
          <a:xfrm>
            <a:off x="228598" y="5218536"/>
            <a:ext cx="991659" cy="987389"/>
          </a:xfrm>
          <a:prstGeom prst="donut">
            <a:avLst>
              <a:gd name="adj" fmla="val 27560"/>
            </a:avLst>
          </a:prstGeom>
          <a:gradFill flip="none" rotWithShape="1">
            <a:gsLst>
              <a:gs pos="0">
                <a:srgbClr val="FBA400">
                  <a:shade val="30000"/>
                  <a:satMod val="115000"/>
                </a:srgbClr>
              </a:gs>
              <a:gs pos="50000">
                <a:srgbClr val="FBA400">
                  <a:shade val="67500"/>
                  <a:satMod val="115000"/>
                </a:srgbClr>
              </a:gs>
              <a:gs pos="100000">
                <a:srgbClr val="FBA400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tx1"/>
              </a:solidFill>
            </a:endParaRPr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FFD04524-8452-D704-99A9-33F20CC99B04}"/>
              </a:ext>
            </a:extLst>
          </p:cNvPr>
          <p:cNvSpPr/>
          <p:nvPr userDrawn="1"/>
        </p:nvSpPr>
        <p:spPr>
          <a:xfrm>
            <a:off x="503358" y="4862527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103C7D41-C72B-C057-5586-DAF1E5937DA5}"/>
              </a:ext>
            </a:extLst>
          </p:cNvPr>
          <p:cNvSpPr/>
          <p:nvPr userDrawn="1"/>
        </p:nvSpPr>
        <p:spPr>
          <a:xfrm>
            <a:off x="764117" y="5107449"/>
            <a:ext cx="802745" cy="817034"/>
          </a:xfrm>
          <a:prstGeom prst="rect">
            <a:avLst/>
          </a:prstGeom>
          <a:solidFill>
            <a:srgbClr val="FFFE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66F715E-90D2-E02A-35F3-028366BBD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72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664584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svg"/><Relationship Id="rId7" Type="http://schemas.openxmlformats.org/officeDocument/2006/relationships/image" Target="../media/image1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E9C727-01AA-4DB2-26AE-DD2FEFCD1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OOP – Les 2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32F1F9D-91AC-244B-A75C-5DE4D060B5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Attributen, methoden en </a:t>
            </a:r>
            <a:r>
              <a:rPr lang="nl-NL" noProof="0" dirty="0" err="1"/>
              <a:t>enums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71776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A6729-DA06-A31E-E186-DB4347C4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Programma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4437312-C8EB-5B12-F319-32106D696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Vorige week</a:t>
            </a:r>
          </a:p>
          <a:p>
            <a:r>
              <a:rPr lang="nl-NL" noProof="0" dirty="0"/>
              <a:t>Attributen</a:t>
            </a:r>
          </a:p>
          <a:p>
            <a:r>
              <a:rPr lang="nl-NL" noProof="0" dirty="0"/>
              <a:t>Methoden</a:t>
            </a:r>
          </a:p>
          <a:p>
            <a:r>
              <a:rPr lang="nl-NL" noProof="0" dirty="0" err="1"/>
              <a:t>Enums</a:t>
            </a:r>
            <a:endParaRPr lang="nl-NL" noProof="0" dirty="0"/>
          </a:p>
          <a:p>
            <a:r>
              <a:rPr lang="nl-NL" noProof="0" dirty="0"/>
              <a:t>Opdrachten</a:t>
            </a:r>
          </a:p>
        </p:txBody>
      </p:sp>
    </p:spTree>
    <p:extLst>
      <p:ext uri="{BB962C8B-B14F-4D97-AF65-F5344CB8AC3E}">
        <p14:creationId xmlns:p14="http://schemas.microsoft.com/office/powerpoint/2010/main" val="123615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A0F23-22E6-58D7-C22F-91EA7D2C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Vorige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853466E-5F76-0176-A861-51222D98E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40646" cy="3872442"/>
          </a:xfrm>
        </p:spPr>
        <p:txBody>
          <a:bodyPr/>
          <a:lstStyle/>
          <a:p>
            <a:r>
              <a:rPr lang="nl-NL" noProof="0" dirty="0"/>
              <a:t>Klassen</a:t>
            </a:r>
          </a:p>
          <a:p>
            <a:r>
              <a:rPr lang="nl-NL" noProof="0" dirty="0"/>
              <a:t>Objecten</a:t>
            </a:r>
          </a:p>
          <a:p>
            <a:r>
              <a:rPr lang="nl-NL" noProof="0" dirty="0"/>
              <a:t>Toetsing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F20EA0A5-24C0-7593-3F86-C53321C6091B}"/>
              </a:ext>
            </a:extLst>
          </p:cNvPr>
          <p:cNvSpPr txBox="1"/>
          <p:nvPr/>
        </p:nvSpPr>
        <p:spPr>
          <a:xfrm>
            <a:off x="8087194" y="662071"/>
            <a:ext cx="3132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/>
              <a:t>Klas of object?</a:t>
            </a:r>
            <a:br>
              <a:rPr lang="nl-NL" noProof="0" dirty="0"/>
            </a:br>
            <a:endParaRPr lang="nl-NL" noProof="0" dirty="0"/>
          </a:p>
        </p:txBody>
      </p:sp>
      <p:pic>
        <p:nvPicPr>
          <p:cNvPr id="1030" name="Picture 6" descr="Roetz Road Ladies - Gerecycled frame - Duurzame fiets – STAAL Fietsen">
            <a:extLst>
              <a:ext uri="{FF2B5EF4-FFF2-40B4-BE49-F238E27FC236}">
                <a16:creationId xmlns:a16="http://schemas.microsoft.com/office/drawing/2014/main" id="{26BC5FE4-78A8-8CB6-12B9-0A8D9987D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435" y="2244413"/>
            <a:ext cx="4248462" cy="424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9ACDE7EA-3C9D-26C3-87CF-E252C4DBE475}"/>
              </a:ext>
            </a:extLst>
          </p:cNvPr>
          <p:cNvSpPr txBox="1"/>
          <p:nvPr/>
        </p:nvSpPr>
        <p:spPr>
          <a:xfrm>
            <a:off x="8087194" y="1327833"/>
            <a:ext cx="2495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/>
              <a:t>Fiets in voertuigen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12A8A77-EA09-087C-9223-A143E8618966}"/>
              </a:ext>
            </a:extLst>
          </p:cNvPr>
          <p:cNvSpPr txBox="1"/>
          <p:nvPr/>
        </p:nvSpPr>
        <p:spPr>
          <a:xfrm>
            <a:off x="8087194" y="2082912"/>
            <a:ext cx="3036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noProof="0" dirty="0"/>
              <a:t>Fiets met Wouters' fiets</a:t>
            </a:r>
          </a:p>
        </p:txBody>
      </p:sp>
    </p:spTree>
    <p:extLst>
      <p:ext uri="{BB962C8B-B14F-4D97-AF65-F5344CB8AC3E}">
        <p14:creationId xmlns:p14="http://schemas.microsoft.com/office/powerpoint/2010/main" val="2170670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5FE71-396F-1FF1-73D6-8F467C3A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Meer detail aan je klassen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1B6A258-83F7-4E2D-DF5B-E352EC46C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Iedere item is meer dan alleen een label.</a:t>
            </a:r>
          </a:p>
          <a:p>
            <a:r>
              <a:rPr lang="nl-NL" dirty="0"/>
              <a:t>Een shirt heeft een maat, kleur, mouwlengte en </a:t>
            </a:r>
            <a:r>
              <a:rPr lang="nl-NL" dirty="0" err="1"/>
              <a:t>halsvorm</a:t>
            </a:r>
            <a:endParaRPr lang="nl-NL" dirty="0"/>
          </a:p>
          <a:p>
            <a:r>
              <a:rPr lang="nl-NL" noProof="0" dirty="0"/>
              <a:t>Dit draag je over aan je objecten niet alleen je klassen.</a:t>
            </a:r>
          </a:p>
        </p:txBody>
      </p:sp>
    </p:spTree>
    <p:extLst>
      <p:ext uri="{BB962C8B-B14F-4D97-AF65-F5344CB8AC3E}">
        <p14:creationId xmlns:p14="http://schemas.microsoft.com/office/powerpoint/2010/main" val="1633423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5D95D0-09DC-7A29-B702-A89FD6E6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In het open: wat heeft een …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114C1F-D8FA-058D-F682-4A8F44916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Email</a:t>
            </a:r>
          </a:p>
          <a:p>
            <a:endParaRPr lang="nl-NL" noProof="0" dirty="0"/>
          </a:p>
          <a:p>
            <a:r>
              <a:rPr lang="nl-NL" dirty="0"/>
              <a:t>Laptop</a:t>
            </a:r>
          </a:p>
          <a:p>
            <a:endParaRPr lang="nl-NL" dirty="0"/>
          </a:p>
          <a:p>
            <a:r>
              <a:rPr lang="nl-NL" noProof="0" dirty="0"/>
              <a:t>Auto</a:t>
            </a:r>
          </a:p>
          <a:p>
            <a:endParaRPr lang="nl-NL" noProof="0" dirty="0"/>
          </a:p>
        </p:txBody>
      </p:sp>
      <p:pic>
        <p:nvPicPr>
          <p:cNvPr id="5" name="Graphic 4" descr="Laptop met effen opvulling">
            <a:extLst>
              <a:ext uri="{FF2B5EF4-FFF2-40B4-BE49-F238E27FC236}">
                <a16:creationId xmlns:a16="http://schemas.microsoft.com/office/drawing/2014/main" id="{0E5D3118-C47B-55E1-BA4F-6BB3E75DF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2247" y="2446621"/>
            <a:ext cx="1891553" cy="1891553"/>
          </a:xfrm>
          <a:prstGeom prst="rect">
            <a:avLst/>
          </a:prstGeom>
        </p:spPr>
      </p:pic>
      <p:pic>
        <p:nvPicPr>
          <p:cNvPr id="7" name="Graphic 6" descr="Envelop met effen opvulling">
            <a:extLst>
              <a:ext uri="{FF2B5EF4-FFF2-40B4-BE49-F238E27FC236}">
                <a16:creationId xmlns:a16="http://schemas.microsoft.com/office/drawing/2014/main" id="{151A2A36-9104-705E-0418-09177C192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8378" y="1365912"/>
            <a:ext cx="1411140" cy="1411140"/>
          </a:xfrm>
          <a:prstGeom prst="rect">
            <a:avLst/>
          </a:prstGeom>
        </p:spPr>
      </p:pic>
      <p:pic>
        <p:nvPicPr>
          <p:cNvPr id="9" name="Graphic 8" descr="Auto met effen opvulling">
            <a:extLst>
              <a:ext uri="{FF2B5EF4-FFF2-40B4-BE49-F238E27FC236}">
                <a16:creationId xmlns:a16="http://schemas.microsoft.com/office/drawing/2014/main" id="{E1293A7A-2A29-95CE-E000-10E1A456EB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9518" y="4499266"/>
            <a:ext cx="1960388" cy="196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6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467E5-39E6-9E7F-1C58-661632973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Demo attributen - Dierenasiel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F4ACC896-BCAF-B98F-9D41-FB96F193A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FD6809F-A96C-570D-37DB-176C77C0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389" y="2397418"/>
            <a:ext cx="4071897" cy="40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68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490F5-166F-B644-36CF-A8AE1588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Methoden – Nu moet het iets doen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CE62E7-EE35-9706-AAB9-65010831F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auto die niet rijdt</a:t>
            </a:r>
          </a:p>
          <a:p>
            <a:r>
              <a:rPr lang="nl-NL" dirty="0"/>
              <a:t>Laptop die niet aangaat</a:t>
            </a:r>
          </a:p>
          <a:p>
            <a:r>
              <a:rPr lang="nl-NL" dirty="0"/>
              <a:t>een magnetron die niet opwarmt</a:t>
            </a:r>
          </a:p>
          <a:p>
            <a:r>
              <a:rPr lang="nl-NL" dirty="0"/>
              <a:t>Een klok die niet tikt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Wat hebben ze gemeen?</a:t>
            </a:r>
          </a:p>
        </p:txBody>
      </p:sp>
    </p:spTree>
    <p:extLst>
      <p:ext uri="{BB962C8B-B14F-4D97-AF65-F5344CB8AC3E}">
        <p14:creationId xmlns:p14="http://schemas.microsoft.com/office/powerpoint/2010/main" val="253410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745FB6-74DF-6751-A3ED-DC269416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Methoden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F6A32F-5E79-020F-6545-25E46CB49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Een methode is een functie die gekoppeld is aan een object.</a:t>
            </a:r>
          </a:p>
          <a:p>
            <a:r>
              <a:rPr lang="nl-NL" dirty="0"/>
              <a:t>Een waterkoker heeft de methode opwarmen ()</a:t>
            </a:r>
          </a:p>
          <a:p>
            <a:r>
              <a:rPr lang="nl-NL" dirty="0"/>
              <a:t>Deze methoden kan je dingen laten uitvoeren en zijn nuttig als je meer wil doen dan alleen maar 1 attribuut aanpassen</a:t>
            </a:r>
          </a:p>
          <a:p>
            <a:r>
              <a:rPr lang="nl-NL" dirty="0"/>
              <a:t>Methoden gelden ook voor ieder object van de klas maar functioneren op alleen dat object.</a:t>
            </a:r>
          </a:p>
        </p:txBody>
      </p:sp>
    </p:spTree>
    <p:extLst>
      <p:ext uri="{BB962C8B-B14F-4D97-AF65-F5344CB8AC3E}">
        <p14:creationId xmlns:p14="http://schemas.microsoft.com/office/powerpoint/2010/main" val="248452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551C08-C712-79EF-F92C-4094E954FC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Demo – Dieren voeren</a:t>
            </a:r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23656368-C13C-6962-897F-3417F171CD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EC84218-A8E0-E8A9-A1E0-3E87E093A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389" y="2397418"/>
            <a:ext cx="4071897" cy="4071897"/>
          </a:xfrm>
          <a:prstGeom prst="rect">
            <a:avLst/>
          </a:prstGeom>
        </p:spPr>
      </p:pic>
      <p:pic>
        <p:nvPicPr>
          <p:cNvPr id="7" name="Graphic 6" descr="Vis met effen opvulling">
            <a:extLst>
              <a:ext uri="{FF2B5EF4-FFF2-40B4-BE49-F238E27FC236}">
                <a16:creationId xmlns:a16="http://schemas.microsoft.com/office/drawing/2014/main" id="{17094FF6-5363-25F1-0D91-DD09C7D4F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5286"/>
          <a:stretch>
            <a:fillRect/>
          </a:stretch>
        </p:blipFill>
        <p:spPr>
          <a:xfrm>
            <a:off x="9751039" y="3911173"/>
            <a:ext cx="1366477" cy="88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13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53E0F8-DA6D-EC75-C134-6DAD4255F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32"/>
            <a:ext cx="10515600" cy="4894655"/>
          </a:xfrm>
        </p:spPr>
        <p:txBody>
          <a:bodyPr>
            <a:normAutofit/>
          </a:bodyPr>
          <a:lstStyle/>
          <a:p>
            <a:r>
              <a:rPr lang="nl-NL" dirty="0"/>
              <a:t>Wat nou als je een standaard lijstje van attributen hebt</a:t>
            </a:r>
            <a:br>
              <a:rPr lang="nl-NL" dirty="0"/>
            </a:br>
            <a:br>
              <a:rPr lang="nl-NL" dirty="0"/>
            </a:br>
            <a:r>
              <a:rPr lang="nl-NL" dirty="0"/>
              <a:t>Maar je gebruiker/groepsgenoot is dyslectisch?</a:t>
            </a:r>
          </a:p>
        </p:txBody>
      </p:sp>
    </p:spTree>
    <p:extLst>
      <p:ext uri="{BB962C8B-B14F-4D97-AF65-F5344CB8AC3E}">
        <p14:creationId xmlns:p14="http://schemas.microsoft.com/office/powerpoint/2010/main" val="1898038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8396E2C-426C-96E1-0C01-76ACDBF2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Spelling?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9E3F41BA-34C1-0472-1C52-A3F7EF7A3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Auto A (</a:t>
            </a:r>
            <a:r>
              <a:rPr lang="nl-NL" dirty="0" err="1"/>
              <a:t>Diessel</a:t>
            </a:r>
            <a:r>
              <a:rPr lang="nl-NL" dirty="0"/>
              <a:t>, </a:t>
            </a:r>
            <a:r>
              <a:rPr lang="nl-NL" dirty="0" err="1"/>
              <a:t>Toytoya</a:t>
            </a:r>
            <a:r>
              <a:rPr lang="nl-NL" dirty="0"/>
              <a:t>)</a:t>
            </a:r>
          </a:p>
          <a:p>
            <a:r>
              <a:rPr lang="nl-NL" dirty="0"/>
              <a:t>Auto B (</a:t>
            </a:r>
            <a:r>
              <a:rPr lang="nl-NL" dirty="0" err="1"/>
              <a:t>Diezel</a:t>
            </a:r>
            <a:r>
              <a:rPr lang="nl-NL" dirty="0"/>
              <a:t>, </a:t>
            </a:r>
            <a:r>
              <a:rPr lang="nl-NL" dirty="0" err="1"/>
              <a:t>Mizuzischimi</a:t>
            </a:r>
            <a:r>
              <a:rPr lang="nl-NL" dirty="0"/>
              <a:t>)</a:t>
            </a:r>
          </a:p>
          <a:p>
            <a:r>
              <a:rPr lang="nl-NL" dirty="0"/>
              <a:t>Auto C (elektrisch, Hond)</a:t>
            </a:r>
          </a:p>
          <a:p>
            <a:r>
              <a:rPr lang="nl-NL" dirty="0"/>
              <a:t>Auto D (Benzine, Benz Mercedes)</a:t>
            </a:r>
            <a:br>
              <a:rPr lang="nl-NL" dirty="0"/>
            </a:br>
            <a:endParaRPr lang="nl-NL" dirty="0"/>
          </a:p>
        </p:txBody>
      </p:sp>
      <p:pic>
        <p:nvPicPr>
          <p:cNvPr id="3074" name="Picture 2" descr="7 Dyslexia Memes We Can Completely Relate To - Exceptional Individuals">
            <a:extLst>
              <a:ext uri="{FF2B5EF4-FFF2-40B4-BE49-F238E27FC236}">
                <a16:creationId xmlns:a16="http://schemas.microsoft.com/office/drawing/2014/main" id="{B0930C02-1B17-0193-9249-61DF3FB60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970" y="3517132"/>
            <a:ext cx="4093029" cy="241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806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4BD968-1EB3-2174-7374-9A182D419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Oplossing: </a:t>
            </a:r>
            <a:r>
              <a:rPr lang="nl-NL" dirty="0" err="1"/>
              <a:t>Enums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A263D1A-645D-04BE-CD5C-E6454041C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Enums</a:t>
            </a:r>
            <a:r>
              <a:rPr lang="nl-NL" dirty="0"/>
              <a:t> is kort voor </a:t>
            </a:r>
            <a:r>
              <a:rPr lang="nl-NL" dirty="0" err="1"/>
              <a:t>enumeration</a:t>
            </a:r>
            <a:r>
              <a:rPr lang="nl-NL" dirty="0"/>
              <a:t> oftewel opsomming. </a:t>
            </a:r>
          </a:p>
          <a:p>
            <a:r>
              <a:rPr lang="nl-NL" dirty="0"/>
              <a:t>Binnen de ICT gebruiken we dit als een lijstje met standaard waardes die bij elkaar horen. </a:t>
            </a:r>
          </a:p>
          <a:p>
            <a:r>
              <a:rPr lang="nl-NL" dirty="0"/>
              <a:t>De waardes kunnen dan gewoon </a:t>
            </a:r>
            <a:r>
              <a:rPr lang="nl-NL" dirty="0" err="1"/>
              <a:t>opgeroept</a:t>
            </a:r>
            <a:r>
              <a:rPr lang="nl-NL" dirty="0"/>
              <a:t> worden.</a:t>
            </a:r>
          </a:p>
          <a:p>
            <a:r>
              <a:rPr lang="nl-NL" dirty="0"/>
              <a:t>Voorkomt fouten en wijzigen is een stuk sneller.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2657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37E68B-5EAB-BAE2-62ED-9FC5A0F992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Demo </a:t>
            </a:r>
            <a:r>
              <a:rPr lang="nl-NL" dirty="0" err="1"/>
              <a:t>Enums</a:t>
            </a:r>
            <a:endParaRPr lang="nl-NL" dirty="0"/>
          </a:p>
        </p:txBody>
      </p:sp>
      <p:sp>
        <p:nvSpPr>
          <p:cNvPr id="4" name="Ondertitel 3">
            <a:extLst>
              <a:ext uri="{FF2B5EF4-FFF2-40B4-BE49-F238E27FC236}">
                <a16:creationId xmlns:a16="http://schemas.microsoft.com/office/drawing/2014/main" id="{A1B724D4-5B70-88CA-81F9-05CF03546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5" name="Graphic 4" descr="Vis met effen opvulling">
            <a:extLst>
              <a:ext uri="{FF2B5EF4-FFF2-40B4-BE49-F238E27FC236}">
                <a16:creationId xmlns:a16="http://schemas.microsoft.com/office/drawing/2014/main" id="{7353C4D1-CC88-6190-F624-3F2061CE6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534467" y="3700412"/>
            <a:ext cx="2096853" cy="2096853"/>
          </a:xfrm>
          <a:prstGeom prst="rect">
            <a:avLst/>
          </a:prstGeom>
        </p:spPr>
      </p:pic>
      <p:pic>
        <p:nvPicPr>
          <p:cNvPr id="7" name="Graphic 6" descr="Fruitschaal met effen opvulling">
            <a:extLst>
              <a:ext uri="{FF2B5EF4-FFF2-40B4-BE49-F238E27FC236}">
                <a16:creationId xmlns:a16="http://schemas.microsoft.com/office/drawing/2014/main" id="{EE135EA7-0923-3F93-B65C-2C7C0BF492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5002" y="4285840"/>
            <a:ext cx="1738103" cy="1738103"/>
          </a:xfrm>
          <a:prstGeom prst="rect">
            <a:avLst/>
          </a:prstGeom>
        </p:spPr>
      </p:pic>
      <p:pic>
        <p:nvPicPr>
          <p:cNvPr id="9" name="Graphic 8" descr="Mais met effen opvulling">
            <a:extLst>
              <a:ext uri="{FF2B5EF4-FFF2-40B4-BE49-F238E27FC236}">
                <a16:creationId xmlns:a16="http://schemas.microsoft.com/office/drawing/2014/main" id="{B9F2F0C3-D5F4-7C25-0DAF-A0502F7580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8229" y="685800"/>
            <a:ext cx="1687764" cy="1687764"/>
          </a:xfrm>
          <a:prstGeom prst="rect">
            <a:avLst/>
          </a:prstGeom>
        </p:spPr>
      </p:pic>
      <p:pic>
        <p:nvPicPr>
          <p:cNvPr id="11" name="Graphic 10" descr="Kippenbout met effen opvulling">
            <a:extLst>
              <a:ext uri="{FF2B5EF4-FFF2-40B4-BE49-F238E27FC236}">
                <a16:creationId xmlns:a16="http://schemas.microsoft.com/office/drawing/2014/main" id="{5318E92E-9AEA-D3F9-AA33-BAA902E514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785" y="4164746"/>
            <a:ext cx="1859197" cy="185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3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A4BFA9-96AC-6FE0-E7BC-ABF52802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Opdrachten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0E77D0F-FA46-1B36-57C3-C63D0BC90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Maak een overzicht in word met de klassen, attributen en methodes die je kan maken voor je eindopdracht.</a:t>
            </a:r>
          </a:p>
          <a:p>
            <a:r>
              <a:rPr lang="nl-NL" dirty="0"/>
              <a:t>Maak voor je </a:t>
            </a:r>
            <a:r>
              <a:rPr lang="nl-NL" dirty="0" err="1"/>
              <a:t>enums</a:t>
            </a:r>
            <a:r>
              <a:rPr lang="nl-NL" dirty="0"/>
              <a:t> voor je eindopdracht in het project. </a:t>
            </a:r>
          </a:p>
        </p:txBody>
      </p:sp>
    </p:spTree>
    <p:extLst>
      <p:ext uri="{BB962C8B-B14F-4D97-AF65-F5344CB8AC3E}">
        <p14:creationId xmlns:p14="http://schemas.microsoft.com/office/powerpoint/2010/main" val="933107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8AEF2-B1E0-DC5C-29EF-6DC8FC82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Volgende week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C3088DE-78F2-873D-A6F7-351239A77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 err="1"/>
              <a:t>Constructors</a:t>
            </a:r>
            <a:endParaRPr lang="nl-NL" noProof="0" dirty="0"/>
          </a:p>
          <a:p>
            <a:r>
              <a:rPr lang="nl-NL" dirty="0" err="1"/>
              <a:t>Encapsulation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8102168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e2" id="{9E7AAD1C-B155-4896-B55B-3944D7133965}" vid="{4C889715-0D36-4A12-BFED-915D686707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Nova1</Template>
  <TotalTime>0</TotalTime>
  <Words>313</Words>
  <Application>Microsoft Office PowerPoint</Application>
  <PresentationFormat>Breedbeeld</PresentationFormat>
  <Paragraphs>58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Kantoorthema</vt:lpstr>
      <vt:lpstr>OOP – Les 2</vt:lpstr>
      <vt:lpstr>Programma</vt:lpstr>
      <vt:lpstr>Vorige week</vt:lpstr>
      <vt:lpstr>Meer detail aan je klassen</vt:lpstr>
      <vt:lpstr>In het open: wat heeft een …</vt:lpstr>
      <vt:lpstr>Demo attributen - Dierenasiel</vt:lpstr>
      <vt:lpstr>Methoden – Nu moet het iets doen</vt:lpstr>
      <vt:lpstr>Methoden</vt:lpstr>
      <vt:lpstr>Demo – Dieren voeren</vt:lpstr>
      <vt:lpstr>Wat nou als je een standaard lijstje van attributen hebt  Maar je gebruiker/groepsgenoot is dyslectisch?</vt:lpstr>
      <vt:lpstr>Spelling?</vt:lpstr>
      <vt:lpstr>Oplossing: Enums</vt:lpstr>
      <vt:lpstr>Demo Enums</vt:lpstr>
      <vt:lpstr>Opdrachten</vt:lpstr>
      <vt:lpstr>Volgende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Erwin van Hunnik</dc:creator>
  <cp:lastModifiedBy>Erwin van Hunnik</cp:lastModifiedBy>
  <cp:revision>5</cp:revision>
  <dcterms:created xsi:type="dcterms:W3CDTF">2026-02-09T20:08:51Z</dcterms:created>
  <dcterms:modified xsi:type="dcterms:W3CDTF">2026-02-09T20:46:50Z</dcterms:modified>
</cp:coreProperties>
</file>